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 PLUS 1p"/>
      <p:regular r:id="rId7"/>
      <p:bold r:id="rId8"/>
    </p:embeddedFont>
    <p:embeddedFont>
      <p:font typeface="Source Code Pro"/>
      <p:regular r:id="rId9"/>
      <p:bold r:id="rId10"/>
    </p:embeddedFont>
    <p:embeddedFont>
      <p:font typeface="Oswa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swald-regular.fntdata"/><Relationship Id="rId10" Type="http://schemas.openxmlformats.org/officeDocument/2006/relationships/font" Target="fonts/SourceCodePro-bold.fntdata"/><Relationship Id="rId12" Type="http://schemas.openxmlformats.org/officeDocument/2006/relationships/font" Target="fonts/Oswald-bold.fntdata"/><Relationship Id="rId9" Type="http://schemas.openxmlformats.org/officeDocument/2006/relationships/font" Target="fonts/SourceCode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PLUS1p-regular.fntdata"/><Relationship Id="rId8" Type="http://schemas.openxmlformats.org/officeDocument/2006/relationships/font" Target="fonts/MPLUS1p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FD46"/>
            </a:gs>
            <a:gs pos="100000">
              <a:srgbClr val="FAD25C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900200" y="440600"/>
            <a:ext cx="37287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M PLUS 1p"/>
                <a:ea typeface="M PLUS 1p"/>
                <a:cs typeface="M PLUS 1p"/>
                <a:sym typeface="M PLUS 1p"/>
              </a:rPr>
              <a:t>年末年始のお知らせ</a:t>
            </a:r>
            <a:endParaRPr b="1"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013300"/>
            <a:ext cx="85206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2018年もBee Language Schoolにご来校</a:t>
            </a:r>
            <a:r>
              <a:rPr b="1" lang="ja"/>
              <a:t>頂</a:t>
            </a:r>
            <a:r>
              <a:rPr b="1" lang="ja"/>
              <a:t>きありがとうございます。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ja"/>
              <a:t>誠に勝手ながら以下の日程を休校とさせて頂きます。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ja"/>
              <a:t>ご不便をおかけいたしますが、何卒ご了承頂きますようお願い申しあげます。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083200" y="2336500"/>
            <a:ext cx="7336800" cy="157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800"/>
              <a:t>2018年12月23日(日)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800"/>
              <a:t>　　～2019年1月7日(月)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/>
          </a:p>
        </p:txBody>
      </p:sp>
      <p:sp>
        <p:nvSpPr>
          <p:cNvPr id="65" name="Google Shape;65;p13"/>
          <p:cNvSpPr txBox="1"/>
          <p:nvPr/>
        </p:nvSpPr>
        <p:spPr>
          <a:xfrm>
            <a:off x="3458125" y="3773100"/>
            <a:ext cx="54255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/>
              <a:t>2019年1月8日(</a:t>
            </a:r>
            <a:r>
              <a:rPr b="1" lang="ja" sz="1800"/>
              <a:t>火)より通常レッスンを行います。</a:t>
            </a:r>
            <a:endParaRPr b="1" sz="1800"/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75" y="119950"/>
            <a:ext cx="1018025" cy="8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6325" y="4178799"/>
            <a:ext cx="1635973" cy="82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