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88163" cy="100203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Malaval" userId="4d36e147-2163-4ab6-901a-3b62dabd547a" providerId="ADAL" clId="{DE5132AC-10E1-450C-B0CD-E01F4005CE62}"/>
    <pc:docChg chg="modSld">
      <pc:chgData name="PierreMalaval" userId="4d36e147-2163-4ab6-901a-3b62dabd547a" providerId="ADAL" clId="{DE5132AC-10E1-450C-B0CD-E01F4005CE62}" dt="2019-07-27T04:34:07.872" v="0" actId="14100"/>
      <pc:docMkLst>
        <pc:docMk/>
      </pc:docMkLst>
      <pc:sldChg chg="modSp">
        <pc:chgData name="PierreMalaval" userId="4d36e147-2163-4ab6-901a-3b62dabd547a" providerId="ADAL" clId="{DE5132AC-10E1-450C-B0CD-E01F4005CE62}" dt="2019-07-27T04:34:07.872" v="0" actId="14100"/>
        <pc:sldMkLst>
          <pc:docMk/>
          <pc:sldMk cId="1791254740" sldId="256"/>
        </pc:sldMkLst>
        <pc:spChg chg="mod">
          <ac:chgData name="PierreMalaval" userId="4d36e147-2163-4ab6-901a-3b62dabd547a" providerId="ADAL" clId="{DE5132AC-10E1-450C-B0CD-E01F4005CE62}" dt="2019-07-27T04:34:07.872" v="0" actId="14100"/>
          <ac:spMkLst>
            <pc:docMk/>
            <pc:sldMk cId="1791254740" sldId="256"/>
            <ac:spMk id="9" creationId="{393ED61A-E28B-424A-9889-22109866BD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B9EB-6055-438C-8A1D-994F2D6DE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F6565-4410-4476-8154-C6EC2D155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F9DD7-527D-4017-A6DF-41A85BD1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0312F-542E-435D-B892-E077090E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9A844-81EF-4F0F-9CCC-F7B8679B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55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A1D4-F87A-4401-BD51-0F2C7E7B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0970D-F610-45C2-A8D7-5209250D3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F72B3-699E-4341-B44A-3B9A2FDB4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ACD9B-1532-48A5-8848-A9831BAF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0B79E-A340-4280-BE34-95E439F2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2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8CA0-3FF6-45A1-B2BD-2E493573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DC71D-EC7B-4164-94E2-A67002B01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6FC33-DEF8-41E8-951E-89328755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FACB5-389B-4087-84B4-42BC00D4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BD6-7B29-4861-933A-6A722348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518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FB59-CE5A-4105-82F9-46B0CCCCD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235FA-BC99-4E10-8F83-3C3E963313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9E487-F4C0-4CAC-8ABF-DE7E2E04B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928DB-3F37-4103-9FC1-0990FFF1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38510-D0C4-4192-97DA-284BC263E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A58C2-EBB9-49D2-AE88-DD980AB2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78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18F27-D5DD-4C1E-88D0-58322D0E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42EA5-3CFE-466B-B333-5CCF0D3BF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33D93-67FA-4886-9D6B-7266002BD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F77BD-CB90-4881-B783-F69171D2C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799C7-BE67-4634-B9D0-71A786DA0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3B923-9708-482F-9434-7511A2BA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D6F3C-8555-464D-AC3C-30646C0E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4370A-6DF6-455B-A11C-94CCF3F8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04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E004-BC29-47BD-92FE-8364D743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ED70F7-6F56-4312-911A-3E24E2E6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6E4C4-9847-4681-A4D8-19F848AC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0AD26-16CC-462C-B49D-3501BA6B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06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471FEF-F1C1-42D2-BCFE-A6B2FB25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32B5C8-EE74-45D7-849B-D2AB4B77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AB58-4D1E-4864-B5F4-05D29D0F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7631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5663-0D74-49CB-9DF1-EDA5FE0F2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7CED-83B5-4967-9616-04FC9B9E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51A2D-0CA0-4623-A987-95C2E5DF0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4AE07-264B-4688-B104-77D1EFF8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33712-B7F8-4628-960C-D38108B51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907BF-364E-4A3D-86B6-B22DB8092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170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0006-902E-454B-A152-B85AF7F8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05ED9D-8EA1-4013-9FCD-AA14DA745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B7E1-0824-4DFD-BEBA-3852AE7D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7D18C-A170-4E2A-AD3B-988137C3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DF65B-6EAD-4D07-91A2-6DD2EE0A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8A118-36BD-4E8E-92B3-52238FE4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47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72B0-E694-494E-B7DE-B316B26F2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78E8F-9D44-43AD-8A19-B00C7D998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91514-CFC6-4519-8DE3-EDBDB513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2CC24-2720-4F25-9647-E039DC39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FBF1A-9CC7-4728-B58A-6BDF56B3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5138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BC648-CA06-48AB-8D08-F05F66BAE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BBF2B-0766-4B56-8D3C-AFBA7F2DF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7C1F9-8887-4B48-9279-8D4B1943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188F4-2D5B-44A0-9BAE-4CFD10BA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F3C72-F107-4380-91EC-BBEBFFD2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670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121C7-AA9C-4E57-A963-C555B007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CA0D4-1FFF-42EA-9CEC-5E8D8BA58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0ED76-F810-4931-9A3F-929CDD247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A575A-E0B5-41E9-8E78-915DD4D76C57}" type="datetimeFigureOut">
              <a:rPr kumimoji="1" lang="ja-JP" altLang="en-US" smtClean="0"/>
              <a:t>2019/7/27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CD2E6-E796-4FC7-B494-510EF16B2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43736-8B4F-44BE-B93E-5921D6792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1551E-1F4E-4A0C-A7A7-7D6767337F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999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2059-2045-42E9-BE2E-1F8183580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8073"/>
            <a:ext cx="9144000" cy="991846"/>
          </a:xfrm>
        </p:spPr>
        <p:txBody>
          <a:bodyPr>
            <a:noAutofit/>
          </a:bodyPr>
          <a:lstStyle/>
          <a:p>
            <a:r>
              <a:rPr kumimoji="1" lang="ja-JP" altLang="en-US" sz="8000" b="1" u="sng" dirty="0"/>
              <a:t>お知らせ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31E28C-DE30-4C70-9374-5180758873A2}"/>
              </a:ext>
            </a:extLst>
          </p:cNvPr>
          <p:cNvSpPr txBox="1">
            <a:spLocks/>
          </p:cNvSpPr>
          <p:nvPr/>
        </p:nvSpPr>
        <p:spPr>
          <a:xfrm>
            <a:off x="1041009" y="1698674"/>
            <a:ext cx="10447608" cy="9918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台風大雨等、天災時の休校について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267E4D-1128-47B4-A5AA-0D73C8B1897A}"/>
              </a:ext>
            </a:extLst>
          </p:cNvPr>
          <p:cNvSpPr txBox="1">
            <a:spLocks/>
          </p:cNvSpPr>
          <p:nvPr/>
        </p:nvSpPr>
        <p:spPr>
          <a:xfrm>
            <a:off x="1041009" y="2820573"/>
            <a:ext cx="10447608" cy="9918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>
                <a:solidFill>
                  <a:srgbClr val="FF0000"/>
                </a:solidFill>
              </a:rPr>
              <a:t>西鉄電車が運休になったこと</a:t>
            </a:r>
            <a:r>
              <a:rPr lang="ja-JP" altLang="en-US" dirty="0">
                <a:solidFill>
                  <a:srgbClr val="FF0000"/>
                </a:solidFill>
              </a:rPr>
              <a:t>を目安に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DCECF3-BC65-46D0-8E3E-E093E890E638}"/>
              </a:ext>
            </a:extLst>
          </p:cNvPr>
          <p:cNvSpPr txBox="1">
            <a:spLocks/>
          </p:cNvSpPr>
          <p:nvPr/>
        </p:nvSpPr>
        <p:spPr>
          <a:xfrm>
            <a:off x="1692813" y="3692917"/>
            <a:ext cx="9144000" cy="9918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700" dirty="0">
                <a:solidFill>
                  <a:srgbClr val="FF0000"/>
                </a:solidFill>
              </a:rPr>
              <a:t>休校</a:t>
            </a:r>
            <a:r>
              <a:rPr lang="ja-JP" altLang="en-US" sz="4700" dirty="0"/>
              <a:t>とさせていただきます。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405088-F5EE-45CA-8C42-B6595BB7EFF9}"/>
              </a:ext>
            </a:extLst>
          </p:cNvPr>
          <p:cNvSpPr txBox="1">
            <a:spLocks/>
          </p:cNvSpPr>
          <p:nvPr/>
        </p:nvSpPr>
        <p:spPr>
          <a:xfrm>
            <a:off x="1041009" y="4406235"/>
            <a:ext cx="10447608" cy="9918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700" dirty="0"/>
              <a:t>なお、天災の場合、原則振替はございません。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451D0F1-A263-4A54-936E-8320E36D5326}"/>
              </a:ext>
            </a:extLst>
          </p:cNvPr>
          <p:cNvSpPr txBox="1">
            <a:spLocks/>
          </p:cNvSpPr>
          <p:nvPr/>
        </p:nvSpPr>
        <p:spPr>
          <a:xfrm>
            <a:off x="1041009" y="5121342"/>
            <a:ext cx="10447608" cy="9918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4700" dirty="0"/>
              <a:t>ご理解のほど、どうぞ宜しくお願い致します。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ED61A-E28B-424A-9889-22109866BDCC}"/>
              </a:ext>
            </a:extLst>
          </p:cNvPr>
          <p:cNvSpPr txBox="1"/>
          <p:nvPr/>
        </p:nvSpPr>
        <p:spPr>
          <a:xfrm>
            <a:off x="7447722" y="6207050"/>
            <a:ext cx="4174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2800" b="1" dirty="0"/>
              <a:t>Bee Language School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91254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95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Theme</vt:lpstr>
      <vt:lpstr>お知らせ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お知らせ</dc:title>
  <dc:creator>PierreMalaval</dc:creator>
  <cp:lastModifiedBy>PierreMalaval</cp:lastModifiedBy>
  <cp:revision>4</cp:revision>
  <cp:lastPrinted>2019-07-27T04:33:30Z</cp:lastPrinted>
  <dcterms:created xsi:type="dcterms:W3CDTF">2019-07-25T10:32:09Z</dcterms:created>
  <dcterms:modified xsi:type="dcterms:W3CDTF">2019-07-27T04:34:17Z</dcterms:modified>
</cp:coreProperties>
</file>